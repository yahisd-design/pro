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9" r:id="rId15"/>
    <p:sldId id="280" r:id="rId16"/>
    <p:sldId id="278" r:id="rId17"/>
    <p:sldId id="281" r:id="rId18"/>
    <p:sldId id="282" r:id="rId19"/>
    <p:sldId id="27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74" r:id="rId28"/>
    <p:sldId id="290" r:id="rId29"/>
    <p:sldId id="291" r:id="rId30"/>
    <p:sldId id="292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43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73822B6-8258-4CB1-8BDA-076AE9B5C4B3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D9ED732-0303-423D-8AF6-C5750CD58E6D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9512" y="764704"/>
            <a:ext cx="8712968" cy="2664296"/>
          </a:xfrm>
        </p:spPr>
        <p:txBody>
          <a:bodyPr>
            <a:noAutofit/>
          </a:bodyPr>
          <a:lstStyle/>
          <a:p>
            <a:pPr algn="ctr"/>
            <a:br>
              <a:rPr lang="fr-FR" sz="4800" b="1" dirty="0"/>
            </a:br>
            <a:r>
              <a:rPr lang="fr-FR" sz="4800" b="1" dirty="0"/>
              <a:t>Les différents éléments d’une installation électrique :</a:t>
            </a:r>
            <a:endParaRPr lang="fr-FR" sz="4800" dirty="0"/>
          </a:p>
        </p:txBody>
      </p:sp>
      <p:pic>
        <p:nvPicPr>
          <p:cNvPr id="38914" name="Picture 2" descr="https://www.comparateur-energie.be/blog/app/uploads/2018/02/raccordement-electriqu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789040"/>
            <a:ext cx="3795181" cy="2520000"/>
          </a:xfrm>
          <a:prstGeom prst="rect">
            <a:avLst/>
          </a:prstGeom>
          <a:noFill/>
        </p:spPr>
      </p:pic>
      <p:pic>
        <p:nvPicPr>
          <p:cNvPr id="38916" name="Picture 4" descr="https://www.ecoconso.be/sites/default/files/styles/presset_320x233/public/nfenviro.jpg?itok=DBPjh7j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3861048"/>
            <a:ext cx="3048000" cy="22193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Composition de la gaine technique logement (GTL) :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44" y="1628799"/>
            <a:ext cx="7657246" cy="2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539552" y="4365105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Compteur électrique : 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827584" y="5229200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mesure l'électricité consommée dans le foyer. Exprimées en kWh, permet d’établir la facture de l'utilisateur.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Composition de la gaine technique logement (GTL)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771800" y="2060848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Disjoncteur d'abonné ou disjoncteur de branchement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699792" y="3429000"/>
            <a:ext cx="5616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a un rôle de limitation et de protection AGCP (Appareil Général de Coupure et de Protection)</a:t>
            </a:r>
          </a:p>
          <a:p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1888197" cy="43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Composition de la gaine technique logement (GTL)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211960" y="2852936"/>
            <a:ext cx="4536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Tableau électrique ou coffret électrique pré-équipé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39552" y="5085184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 garantit la sécurité des occupants de la maison en accueillant les éléments de protection et de coupure des circuits électriques en un seul lieu.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3901058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Composition de la gaine technique logement (GTL)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843808" y="1772816"/>
            <a:ext cx="619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Interrupteur ou disjoncteur différentiel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987824" y="3356992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mesure l'électricité consommée dans le foyer. Exprimées en kWh, elle permet d’établir la facture de l'utilisateur.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2568972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Composition de la gaine technique logement (GTL)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55776" y="1700808"/>
            <a:ext cx="6120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Disjoncteur : 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555776" y="3573016"/>
            <a:ext cx="561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permet de couper l'électricité en cas de court-circuit ou de surintensité. 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2238408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Composition de la gaine technique logement (GTL)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779912" y="1844824"/>
            <a:ext cx="4680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Porte-fusibles 1P+N et fusible </a:t>
            </a:r>
          </a:p>
          <a:p>
            <a:r>
              <a:rPr lang="fr-FR" sz="2400" b="1" dirty="0"/>
              <a:t>ou coupe circuit :</a:t>
            </a:r>
          </a:p>
          <a:p>
            <a:endParaRPr lang="fr-FR" sz="24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3707904" y="3284984"/>
            <a:ext cx="5112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Il est conçu pour couper le courant électrique lors d’une surcharge ou d’un court-circuit (interdit en neuf et grosse rénovation)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12776"/>
            <a:ext cx="1883700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005064"/>
            <a:ext cx="3335652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différentes prises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Prise de courant avec terre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Interface entre l'alimentation et les appareils électriques branchés dans un logement.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132856"/>
            <a:ext cx="1813929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différentes prises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067944" y="227687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Prise de courant IP 55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869160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Elle est protégée contre les poussières et les projections d'eau de toutes directions (utilisation en extérieur)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3218572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différentes prises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Prise TV murale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Permet de raccorder un appareil (TV) à un réseau hertzien.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248714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différentes prises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139952" y="2348880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Prise TV FM :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Permet de raccorder un appareil (TV et / ou radio) à un réseau hertzien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67544" y="1772816"/>
            <a:ext cx="3056328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différentes prises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Prise TV-FM-SAT 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Permet de raccorder un appareil (TV, radio et satellite) à un réseau télévisuel.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252414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dispositifs de commande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Interrupteur va et vient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Il ouvre et ferme le circuit électrique qui alimente en courant électrique un point lumineux.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231986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dispositifs de commande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91880" y="2636912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Interrupteur double allumage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C’est un interrupteur doté de deux boutons de commande. Il sert à allumer/éteindre deux éclairages depuis un même endroit.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277466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dispositifs de commande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Interrupteur à voyant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C’est un interrupteur possédant un voyant témoin (cave ou extérieur) pour ne pas oublier d'éteindre la lumière.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2862332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dispositifs de commande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Interrupteur IP55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Ils sont protégés contre les poussières (IP5x) et contre les projections d'eau de toutes directions à la lance (IPx5).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2902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dispositifs de commande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059832" y="263691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Bouton poussoir à voyant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Un voyant permet de repérer l'interrupteur électrique dans l'obscurité.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2715712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843808" y="155679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Câble Ethernet, Câble Rj45, Câble Réseau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501317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Il s'agit d'un câble utilisé pour la transmission de données informatiques. 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88840"/>
            <a:ext cx="3081697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915816" y="3356992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Câble de télévision ou câble coaxial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Son rôle est de transmettre les données issues des signaux numériques et analogiques audio et vidéo vers un appareil.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12776"/>
            <a:ext cx="4493202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55776" y="4293096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Fil électrique monobrin 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501317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Un fil électrique sert au transport de l’électricité. L'intérieur du fil électrique est appelée l'« âme » du fil électrique.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2776"/>
            <a:ext cx="4269396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283968" y="155679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Fil électrique  multibrin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501317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Le câble multibrin possède plusieurs brins et est plus souple que le câble monobrin.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314092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067944" y="2852936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Câble électrique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97152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Un câble électrique est un ensemble de conducteurs qui permet la circulation d'un courant alternatif ou continu, du générateur à l'appareil à alimenter.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2880000" cy="2118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347864" y="292494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Gaine électrique ICTA pré-filée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725144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Une gaine </a:t>
            </a:r>
            <a:r>
              <a:rPr lang="fr-FR" sz="2400" dirty="0" err="1"/>
              <a:t>préfilée</a:t>
            </a:r>
            <a:r>
              <a:rPr lang="fr-FR" sz="2400" dirty="0"/>
              <a:t> est un type de conduit utilisé dans les installations électriques pour faciliter le passage des câbles et fils électriques.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2880000" cy="2169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91880" y="256490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Gaine électrique ICTA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50912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Elle est utilisée pour regrouper et encastrer plusieurs fils dans un mur. C’est un conduit isolant qui a pour but de protéger les fils électriques conducteurs.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95536" y="1484784"/>
            <a:ext cx="2880000" cy="270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91880" y="256490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Tube IRL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509120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Les tubes IRL sont destinés à protéger les câbles électriques. 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2880000" cy="280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Les câbles et gaines électriques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91880" y="2564904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Goulotte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509120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La goulotte est un conduit électrique utilisée partout dans la maison, notamment pour équiper un plan de travail type cuisine ou bureau.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95536" y="1700808"/>
            <a:ext cx="2880000" cy="1838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Autres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Socle (Point de centre) DCL + douille E27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Le DCL pour </a:t>
            </a:r>
            <a:r>
              <a:rPr lang="fr-FR" sz="2400" b="1" dirty="0"/>
              <a:t>D</a:t>
            </a:r>
            <a:r>
              <a:rPr lang="fr-FR" sz="2400" dirty="0"/>
              <a:t>ispositif de </a:t>
            </a:r>
            <a:r>
              <a:rPr lang="fr-FR" sz="2400" b="1" dirty="0"/>
              <a:t>C</a:t>
            </a:r>
            <a:r>
              <a:rPr lang="fr-FR" sz="2400" dirty="0"/>
              <a:t>onnexion pour </a:t>
            </a:r>
            <a:r>
              <a:rPr lang="fr-FR" sz="2400" b="1" dirty="0"/>
              <a:t>L</a:t>
            </a:r>
            <a:r>
              <a:rPr lang="fr-FR" sz="2400" dirty="0"/>
              <a:t>uminaire est un boitier qui permet de brancher l’alimentation électrique d’un point d’éclairage.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248714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Autres</a:t>
            </a:r>
            <a:r>
              <a:rPr lang="fr-FR" sz="1800" b="1" dirty="0"/>
              <a:t>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Multiprise avec interrupteur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Elle permet de relier plusieurs appareils électriques au courant au travers d'une seule et même prise électrique (attention à la puissance).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2880000" cy="202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Autres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Rallonge électrique 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11560" y="4653136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  Une rallonge, appelée aussi cordon prolongateur est très utile au quotidien.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2880000" cy="2374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Les différents éléments d’une installation électrique :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36003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fr-FR" sz="2000" b="1" dirty="0"/>
              <a:t>Autres 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419872" y="234888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cap="all" dirty="0">
                <a:latin typeface="+mj-lt"/>
              </a:rPr>
              <a:t>PRISE 2 PÔLES + TERRE MÂLE :</a:t>
            </a:r>
            <a:endParaRPr lang="fr-FR" sz="2400" b="1" dirty="0">
              <a:latin typeface="+mj-lt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00808"/>
            <a:ext cx="2880000" cy="2241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103</TotalTime>
  <Words>1068</Words>
  <Application>Microsoft Office PowerPoint</Application>
  <PresentationFormat>Affichage à l'écran (4:3)</PresentationFormat>
  <Paragraphs>117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Constantia</vt:lpstr>
      <vt:lpstr>Wingdings 2</vt:lpstr>
      <vt:lpstr>Débit</vt:lpstr>
      <vt:lpstr> 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  <vt:lpstr>Les différents éléments d’une installation électrique :</vt:lpstr>
    </vt:vector>
  </TitlesOfParts>
  <Company>Région Occitanie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différents éléments d’une installation électrique :</dc:title>
  <dc:creator>patrick.fontan</dc:creator>
  <cp:lastModifiedBy>yaya iss</cp:lastModifiedBy>
  <cp:revision>19</cp:revision>
  <dcterms:created xsi:type="dcterms:W3CDTF">2023-08-30T16:12:54Z</dcterms:created>
  <dcterms:modified xsi:type="dcterms:W3CDTF">2026-03-28T09:48:41Z</dcterms:modified>
</cp:coreProperties>
</file>