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0" r:id="rId45"/>
    <p:sldId id="301" r:id="rId4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723" autoAdjust="0"/>
  </p:normalViewPr>
  <p:slideViewPr>
    <p:cSldViewPr>
      <p:cViewPr varScale="1">
        <p:scale>
          <a:sx n="68" d="100"/>
          <a:sy n="68" d="100"/>
        </p:scale>
        <p:origin x="43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FC2B0-4D1B-40F9-BE72-2199B3BDD7A4}" type="datetimeFigureOut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4DA06-923D-4C48-8CB1-778D73E255DB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24DA06-923D-4C48-8CB1-778D73E255DB}" type="slidenum">
              <a:rPr lang="fr-FR" smtClean="0"/>
              <a:pPr/>
              <a:t>24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F839B37-C30E-465A-8B4F-374DD6875E53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869711A-8841-4FEC-8B42-88B8F3E6F5AE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6B00F70B-52F9-4417-923A-B45FF9240EB6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FA1F4-9E80-4515-B7BD-6C94FCCC4A27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2DE3-7DD9-4878-AE39-D210EFAEDE7F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0D66135-669F-4E5A-9E07-C48586F1ECBE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76D-1A91-4104-90A3-53832E429EBD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22893A8-FC6B-4116-9F4F-699D435EAEAB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 dirty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C7B4C0B-E663-425C-BE3C-3C0A01CA0492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8D9-B5DA-4922-A30E-6DF7978750D1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3981-A52E-4586-BD18-043958357443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55C61A9-6278-4A5D-B4FF-51D50B042421}" type="datetime1">
              <a:rPr lang="fr-FR" smtClean="0"/>
              <a:pPr/>
              <a:t>28/03/2026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357422" y="1071546"/>
            <a:ext cx="6319034" cy="684207"/>
          </a:xfrm>
        </p:spPr>
        <p:txBody>
          <a:bodyPr>
            <a:normAutofit/>
          </a:bodyPr>
          <a:lstStyle/>
          <a:p>
            <a:r>
              <a:rPr lang="fr-FR" dirty="0"/>
              <a:t> La caisse à outils :</a:t>
            </a:r>
          </a:p>
        </p:txBody>
      </p:sp>
      <p:pic>
        <p:nvPicPr>
          <p:cNvPr id="4" name="Image 3" descr="AIG468835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4810" y="2500306"/>
            <a:ext cx="2880000" cy="2880000"/>
          </a:xfrm>
          <a:prstGeom prst="rect">
            <a:avLst/>
          </a:prstGeo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pic>
        <p:nvPicPr>
          <p:cNvPr id="5" name="Espace réservé du contenu 4" descr="RÃ©sultat de recherche d'images pour &quot;marteau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285860"/>
            <a:ext cx="4314311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000496" y="2928934"/>
            <a:ext cx="4229104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/>
              <a:t>Un marteau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pic>
        <p:nvPicPr>
          <p:cNvPr id="7" name="Espace réservé du contenu 6" descr="Maillet de carreleur en caoutchouc noir, 0,22 k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071546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214678" y="4429132"/>
            <a:ext cx="4872046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/>
              <a:t>Un maillet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pic>
        <p:nvPicPr>
          <p:cNvPr id="7" name="Espace réservé du contenu 6" descr="Pince multiprise 180 mm Ã  verrouillage rapide Virax 018222 Virax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7686" y="121442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14282" y="5072074"/>
            <a:ext cx="785818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pince multiprise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pic>
        <p:nvPicPr>
          <p:cNvPr id="7" name="Espace réservé du contenu 6" descr="RÃ©sultat de recherche d'images pour &quot;pince coupant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71472" y="1000108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643042" y="4714884"/>
            <a:ext cx="6858048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/>
              <a:t>Une pince coupante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5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pic>
        <p:nvPicPr>
          <p:cNvPr id="7" name="Espace réservé du contenu 6" descr="Pince universelle OAKSON 762300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143116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428728" y="1285860"/>
            <a:ext cx="714380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pince universelle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57158" y="1214422"/>
            <a:ext cx="7572428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/>
              <a:t>Une pince coupante</a:t>
            </a:r>
          </a:p>
        </p:txBody>
      </p:sp>
      <p:pic>
        <p:nvPicPr>
          <p:cNvPr id="8" name="Espace réservé du contenu 7" descr="Tenaille Russe noire atramentisÃ©e polie longueur 300 mm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43306" y="2357430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Espace réservé du contenu 3"/>
          <p:cNvSpPr txBox="1">
            <a:spLocks/>
          </p:cNvSpPr>
          <p:nvPr/>
        </p:nvSpPr>
        <p:spPr>
          <a:xfrm>
            <a:off x="500034" y="2500306"/>
            <a:ext cx="4500594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tenaille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7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71538" y="3214686"/>
            <a:ext cx="6086492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/>
              <a:t>Une pince à sertir</a:t>
            </a:r>
          </a:p>
        </p:txBody>
      </p:sp>
      <p:pic>
        <p:nvPicPr>
          <p:cNvPr id="7" name="Espace réservé du contenu 6" descr="RÃ©sultat de recherche d'images pour &quot;pince a sertir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357298"/>
            <a:ext cx="4320000" cy="1772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ce réservé du contenu 3"/>
          <p:cNvSpPr txBox="1">
            <a:spLocks/>
          </p:cNvSpPr>
          <p:nvPr/>
        </p:nvSpPr>
        <p:spPr>
          <a:xfrm>
            <a:off x="1142976" y="4786322"/>
            <a:ext cx="6086492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4" name="AutoShape 2" descr="Sertissez la cos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18436" name="AutoShape 4" descr="Sertissez la cos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8437" name="Picture 5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90" y="4071942"/>
            <a:ext cx="5566829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8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pic>
        <p:nvPicPr>
          <p:cNvPr id="7" name="Espace réservé du contenu 6" descr="PINCE BEC LONG COUD DEMI-ROND FACOM 195.20CPE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2357430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42910" y="2071678"/>
            <a:ext cx="785818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pince à bec rond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 descr="RÃ©sultat de recherche d'images pour &quot;pince rj45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7686" y="85723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57158" y="1000108"/>
            <a:ext cx="7215238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3200" b="1" dirty="0"/>
              <a:t>Une pince à sertir réseau</a:t>
            </a:r>
          </a:p>
        </p:txBody>
      </p:sp>
      <p:pic>
        <p:nvPicPr>
          <p:cNvPr id="16385" name="Picture 1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3571876"/>
            <a:ext cx="3600000" cy="2690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9" name="Espace réservé du contenu 3"/>
          <p:cNvSpPr txBox="1">
            <a:spLocks/>
          </p:cNvSpPr>
          <p:nvPr/>
        </p:nvSpPr>
        <p:spPr>
          <a:xfrm>
            <a:off x="500034" y="1785926"/>
            <a:ext cx="7215238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pince RJ45 et RJ11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pic>
        <p:nvPicPr>
          <p:cNvPr id="7" name="Espace réservé du contenu 6" descr="RÃ©sultat de recherche d'images pour &quot;pince crocodil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21442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00100" y="4572008"/>
            <a:ext cx="7286676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/>
              <a:t>Les pinces crocodiles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11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pic>
        <p:nvPicPr>
          <p:cNvPr id="7" name="Espace réservé du contenu 6" descr="RÃ©sultat de recherche d'images pour &quot;pince a rivet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928670"/>
            <a:ext cx="324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8" name="AutoShape 2" descr="https://www.vis-express.fr/img/cms/rivetag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90" y="4143380"/>
            <a:ext cx="5706576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071802" y="2357430"/>
            <a:ext cx="5572164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000" b="1" dirty="0"/>
              <a:t>Une pince à rivet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8" name="Espace réservé du contenu 3"/>
          <p:cNvSpPr txBox="1">
            <a:spLocks/>
          </p:cNvSpPr>
          <p:nvPr/>
        </p:nvSpPr>
        <p:spPr>
          <a:xfrm>
            <a:off x="3929058" y="3214686"/>
            <a:ext cx="4643470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riveteuse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57158" y="4000504"/>
            <a:ext cx="7858180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/>
              <a:t>Une pince à bec plat</a:t>
            </a:r>
          </a:p>
        </p:txBody>
      </p:sp>
      <p:pic>
        <p:nvPicPr>
          <p:cNvPr id="7" name="Espace réservé du contenu 6" descr="RÃ©sultat de recherche d'images pour &quot;pince a bec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1500174"/>
            <a:ext cx="4320000" cy="1811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13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214414" y="3857628"/>
            <a:ext cx="657229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 tournevis plat</a:t>
            </a:r>
          </a:p>
        </p:txBody>
      </p:sp>
      <p:pic>
        <p:nvPicPr>
          <p:cNvPr id="7" name="Espace réservé du contenu 6" descr="RÃ©sultat de recherche d'images pour &quot;tournevis plat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2000240"/>
            <a:ext cx="4680000" cy="142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15</a:t>
            </a:fld>
            <a:endParaRPr lang="fr-FR" dirty="0"/>
          </a:p>
        </p:txBody>
      </p:sp>
      <p:pic>
        <p:nvPicPr>
          <p:cNvPr id="8" name="Espace réservé du contenu 7" descr="RÃ©sultat de recherche d'images pour &quot;tournevis cruciform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571736" y="1714488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42910" y="2285992"/>
            <a:ext cx="778674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000" b="1" dirty="0"/>
              <a:t>Un tournevis cruciforme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16</a:t>
            </a:fld>
            <a:endParaRPr lang="fr-FR" dirty="0"/>
          </a:p>
        </p:txBody>
      </p:sp>
      <p:pic>
        <p:nvPicPr>
          <p:cNvPr id="8" name="Espace réservé du contenu 7" descr="https://bruneau.media/OMM/Images_Basse_Definition/ZoomHD/53/50/53500.jpg?width=330&amp;height=330&amp;mode=Default&amp;quality=85&amp;scale=upscalecanvas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000108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571604" y="4071942"/>
            <a:ext cx="6943748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/>
              <a:t>Un tournevis isolé</a:t>
            </a:r>
          </a:p>
        </p:txBody>
      </p:sp>
      <p:sp>
        <p:nvSpPr>
          <p:cNvPr id="9" name="Espace réservé du contenu 3"/>
          <p:cNvSpPr txBox="1">
            <a:spLocks/>
          </p:cNvSpPr>
          <p:nvPr/>
        </p:nvSpPr>
        <p:spPr>
          <a:xfrm>
            <a:off x="785786" y="5357826"/>
            <a:ext cx="6943748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 tournevis d’ électricien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357290" y="3929066"/>
            <a:ext cx="707236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 tournevis étoile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17</a:t>
            </a:fld>
            <a:endParaRPr lang="fr-FR" dirty="0"/>
          </a:p>
        </p:txBody>
      </p:sp>
      <p:pic>
        <p:nvPicPr>
          <p:cNvPr id="8" name="Espace réservé du contenu 7" descr="RÃ©sultat de recherche d'images pour &quot;tournevis torx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928670"/>
            <a:ext cx="324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Espace réservé du contenu 3"/>
          <p:cNvSpPr txBox="1">
            <a:spLocks/>
          </p:cNvSpPr>
          <p:nvPr/>
        </p:nvSpPr>
        <p:spPr>
          <a:xfrm>
            <a:off x="642910" y="5072074"/>
            <a:ext cx="7072362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 tournevis </a:t>
            </a:r>
            <a:r>
              <a:rPr lang="fr-FR" sz="4800" b="1" noProof="0" dirty="0"/>
              <a:t>t</a:t>
            </a:r>
            <a:r>
              <a:rPr kumimoji="0" lang="fr-FR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18</a:t>
            </a:fld>
            <a:endParaRPr lang="fr-FR" dirty="0"/>
          </a:p>
        </p:txBody>
      </p:sp>
      <p:pic>
        <p:nvPicPr>
          <p:cNvPr id="8" name="Espace réservé du contenu 7" descr="RÃ©sultat de recherche d'images pour &quot;clÃ©s plates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071546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143108" y="1643050"/>
            <a:ext cx="6143668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/>
              <a:t>Une clé plate</a:t>
            </a: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1934" y="4143380"/>
            <a:ext cx="2248303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19</a:t>
            </a:fld>
            <a:endParaRPr lang="fr-FR" dirty="0"/>
          </a:p>
        </p:txBody>
      </p:sp>
      <p:pic>
        <p:nvPicPr>
          <p:cNvPr id="8" name="Espace réservé du contenu 7" descr="ClÃ© mixte mÃ©trique sÃ©rie 440 FACOM- plusieurs modÃ¨les disponibles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21442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643174" y="3857628"/>
            <a:ext cx="544355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clé mixte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285984" y="2428868"/>
            <a:ext cx="585791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clé à pipe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20</a:t>
            </a:fld>
            <a:endParaRPr lang="fr-FR" dirty="0"/>
          </a:p>
        </p:txBody>
      </p:sp>
      <p:pic>
        <p:nvPicPr>
          <p:cNvPr id="8" name="Espace réservé du contenu 7" descr="RÃ©sultat de recherche d'images pour &quot;clÃ©s a pip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4285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5" name="Picture 1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5918" y="3429000"/>
            <a:ext cx="4947125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143108" y="4143380"/>
            <a:ext cx="600079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clé Allen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21</a:t>
            </a:fld>
            <a:endParaRPr lang="fr-FR" dirty="0"/>
          </a:p>
        </p:txBody>
      </p:sp>
      <p:pic>
        <p:nvPicPr>
          <p:cNvPr id="8" name="Espace réservé du contenu 7" descr="Toolland Anneau de 8 clefs allen 2-10mm (1620-8)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214422"/>
            <a:ext cx="2880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714348" y="1142984"/>
            <a:ext cx="5786478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clé à molette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22</a:t>
            </a:fld>
            <a:endParaRPr lang="fr-FR" dirty="0"/>
          </a:p>
        </p:txBody>
      </p:sp>
      <p:pic>
        <p:nvPicPr>
          <p:cNvPr id="8" name="Espace réservé du contenu 7" descr="RÃ©sultat de recherche d'images pour &quot;clÃ©s Ã  molett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7554" y="3357562"/>
            <a:ext cx="4320000" cy="214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Espace réservé du contenu 3"/>
          <p:cNvSpPr txBox="1">
            <a:spLocks/>
          </p:cNvSpPr>
          <p:nvPr/>
        </p:nvSpPr>
        <p:spPr>
          <a:xfrm>
            <a:off x="571472" y="2571744"/>
            <a:ext cx="5786478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clé anglaise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4942" y="857232"/>
            <a:ext cx="3240000" cy="2221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28596" y="3929066"/>
            <a:ext cx="607223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clé à cliquet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23</a:t>
            </a:fld>
            <a:endParaRPr lang="fr-FR" dirty="0"/>
          </a:p>
        </p:txBody>
      </p:sp>
      <p:pic>
        <p:nvPicPr>
          <p:cNvPr id="8" name="Espace réservé du contenu 7" descr="RÃ©sultat de recherche d'images pour &quot;clÃ©s a cliquet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1000108"/>
            <a:ext cx="479076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Espace réservé du contenu 3"/>
          <p:cNvSpPr txBox="1">
            <a:spLocks/>
          </p:cNvSpPr>
          <p:nvPr/>
        </p:nvSpPr>
        <p:spPr>
          <a:xfrm>
            <a:off x="928662" y="5072074"/>
            <a:ext cx="6072230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clé à douilles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24</a:t>
            </a:fld>
            <a:endParaRPr lang="fr-FR" dirty="0"/>
          </a:p>
        </p:txBody>
      </p:sp>
      <p:pic>
        <p:nvPicPr>
          <p:cNvPr id="8" name="Espace réservé du contenu 7" descr="Scie Ã  bÃ»che BAHCO, lame 760 mm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1071546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643042" y="1285860"/>
            <a:ext cx="592935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scie à buche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9058" y="3071810"/>
            <a:ext cx="4112409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25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57161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643174" y="1142984"/>
            <a:ext cx="537211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scie à bois</a:t>
            </a:r>
          </a:p>
        </p:txBody>
      </p:sp>
      <p:sp>
        <p:nvSpPr>
          <p:cNvPr id="9" name="Espace réservé du contenu 3"/>
          <p:cNvSpPr txBox="1">
            <a:spLocks/>
          </p:cNvSpPr>
          <p:nvPr/>
        </p:nvSpPr>
        <p:spPr>
          <a:xfrm>
            <a:off x="2857488" y="2357430"/>
            <a:ext cx="5372112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égoïne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26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48" y="928670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500034" y="4357694"/>
            <a:ext cx="678661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scie à métaux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27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 circulair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928670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714348" y="5000636"/>
            <a:ext cx="692948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scie circulaire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714348" y="5500702"/>
            <a:ext cx="735811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scie sauteuse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28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 sauteus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74" y="857232"/>
            <a:ext cx="4502172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42910" y="4857760"/>
            <a:ext cx="764386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scie à onglet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29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 a onglet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785794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1934" y="1000108"/>
            <a:ext cx="4547368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500430" y="4643446"/>
            <a:ext cx="514353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scie cloche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30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 cloch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71472" y="1000108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928670"/>
            <a:ext cx="3600000" cy="3733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 preferRelativeResize="0"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4643446"/>
            <a:ext cx="2420764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71538" y="5572140"/>
            <a:ext cx="564360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scie à ruban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31</a:t>
            </a:fld>
            <a:endParaRPr lang="fr-FR" dirty="0"/>
          </a:p>
        </p:txBody>
      </p:sp>
      <p:pic>
        <p:nvPicPr>
          <p:cNvPr id="8" name="Espace réservé du contenu 7" descr="MBS 240/E - Micro-scie Ã  ruban HT de coupe max 85 mm table 220 x 200 mm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142984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4876" y="928670"/>
            <a:ext cx="3600000" cy="4629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32</a:t>
            </a:fld>
            <a:endParaRPr lang="fr-FR" dirty="0"/>
          </a:p>
        </p:txBody>
      </p:sp>
      <p:pic>
        <p:nvPicPr>
          <p:cNvPr id="8" name="Espace réservé du contenu 7" descr="Bosch Professional GWS 22-230 JH Professional Meuleuse Angulaire (Poignée  Supplémentaire, Capot de Protection, Carton, Diamètre de Disque : 230 mm,  2200 W): Amazon.fr: Bricolage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142984"/>
            <a:ext cx="3960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Espace réservé du contenu 3"/>
          <p:cNvSpPr txBox="1">
            <a:spLocks/>
          </p:cNvSpPr>
          <p:nvPr/>
        </p:nvSpPr>
        <p:spPr>
          <a:xfrm>
            <a:off x="2000232" y="2857496"/>
            <a:ext cx="6443682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</a:t>
            </a:r>
            <a:r>
              <a:rPr kumimoji="0" lang="fr-FR" sz="4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disqueuse</a:t>
            </a: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428992" y="1928802"/>
            <a:ext cx="521497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meuleuse</a:t>
            </a:r>
          </a:p>
        </p:txBody>
      </p:sp>
      <p:pic>
        <p:nvPicPr>
          <p:cNvPr id="6146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14" y="4071942"/>
            <a:ext cx="3240000" cy="2271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714480" y="5643578"/>
            <a:ext cx="635798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</a:t>
            </a:r>
            <a:r>
              <a:rPr lang="fr-FR" sz="4800" b="1" dirty="0" err="1"/>
              <a:t>rainureuse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33</a:t>
            </a:fld>
            <a:endParaRPr lang="fr-FR" dirty="0"/>
          </a:p>
        </p:txBody>
      </p:sp>
      <p:pic>
        <p:nvPicPr>
          <p:cNvPr id="8" name="Espace réservé du contenu 7" descr="Rainureuse à béton 1700 W fraise cannelure de mur 150 mm Rainureuse beton:  Amazon.fr: Bricolage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214422"/>
            <a:ext cx="4403074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8" y="2571744"/>
            <a:ext cx="3600000" cy="2088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785786" y="5000636"/>
            <a:ext cx="422910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 touret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34</a:t>
            </a:fld>
            <a:endParaRPr lang="fr-FR" dirty="0"/>
          </a:p>
        </p:txBody>
      </p:sp>
      <p:pic>
        <p:nvPicPr>
          <p:cNvPr id="8" name="Espace réservé du contenu 7" descr="https://encrypted-tbn0.gstatic.com/images?q=tbn%3AANd9GcRNPmEn56fnRk_zNziRcSaI9UT6-vZAcbN2oJGCTymIdNmHj_arQAHTllzjyIsmAbEYHpc67Mc&amp;usqp=CAc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142984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4876" y="1643050"/>
            <a:ext cx="313372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35</a:t>
            </a:fld>
            <a:endParaRPr lang="fr-FR" dirty="0"/>
          </a:p>
        </p:txBody>
      </p:sp>
      <p:pic>
        <p:nvPicPr>
          <p:cNvPr id="8" name="Espace réservé du contenu 7" descr="Fer Ã  souder 40 W - 40 W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857232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3372" y="857232"/>
            <a:ext cx="3960000" cy="4962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71538" y="5643578"/>
            <a:ext cx="621510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 fer à souder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714348" y="4786322"/>
            <a:ext cx="785818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station de soudure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36</a:t>
            </a:fld>
            <a:endParaRPr lang="fr-FR" dirty="0"/>
          </a:p>
        </p:txBody>
      </p:sp>
      <p:pic>
        <p:nvPicPr>
          <p:cNvPr id="8" name="Espace réservé du contenu 7" descr="STATION DE SOUDAGE REGLABLE 48W 150 - 450oC - VTSS4N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000108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1214422"/>
            <a:ext cx="3000375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42910" y="5715016"/>
            <a:ext cx="678661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 poste à souder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37</a:t>
            </a:fld>
            <a:endParaRPr lang="fr-FR" dirty="0"/>
          </a:p>
        </p:txBody>
      </p:sp>
      <p:pic>
        <p:nvPicPr>
          <p:cNvPr id="8" name="Espace réservé du contenu 7" descr="RÃ©sultat de recherche d'images pour &quot;materiel a souder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142984"/>
            <a:ext cx="324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1934" y="2357430"/>
            <a:ext cx="463867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57158" y="5572140"/>
            <a:ext cx="771530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pompe à dessouder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38</a:t>
            </a:fld>
            <a:endParaRPr lang="fr-FR" dirty="0"/>
          </a:p>
        </p:txBody>
      </p:sp>
      <p:pic>
        <p:nvPicPr>
          <p:cNvPr id="8" name="Espace réservé du contenu 7" descr="RÃ©sultat de recherche d'images pour &quot;pompe Ã  dessouder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000108"/>
            <a:ext cx="3600000" cy="2559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16" y="785797"/>
            <a:ext cx="4860000" cy="4903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71538" y="4786322"/>
            <a:ext cx="735811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Une bobine d’étain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39</a:t>
            </a:fld>
            <a:endParaRPr lang="fr-FR" dirty="0"/>
          </a:p>
        </p:txBody>
      </p:sp>
      <p:pic>
        <p:nvPicPr>
          <p:cNvPr id="8" name="Espace réservé du contenu 7" descr="RÃ©sultat de recherche d'images pour &quot;etain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571612"/>
            <a:ext cx="2880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571472" y="4429132"/>
            <a:ext cx="742955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Tresse à dessouder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40</a:t>
            </a:fld>
            <a:endParaRPr lang="fr-FR" dirty="0"/>
          </a:p>
        </p:txBody>
      </p:sp>
      <p:pic>
        <p:nvPicPr>
          <p:cNvPr id="8" name="Espace réservé du contenu 7" descr="RÃ©sultat de recherche d'images pour &quot;pompe Ã  dessouder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000108"/>
            <a:ext cx="2880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4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0496" y="1857359"/>
            <a:ext cx="3600000" cy="2176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41</a:t>
            </a:fld>
            <a:endParaRPr lang="fr-FR" dirty="0"/>
          </a:p>
        </p:txBody>
      </p:sp>
      <p:pic>
        <p:nvPicPr>
          <p:cNvPr id="8" name="Espace réservé du contenu 7" descr="multitesteur digital 600v - 730660325 - profile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071546"/>
            <a:ext cx="2880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714612" y="1071546"/>
            <a:ext cx="5786478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 multimètre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00100" y="4500570"/>
            <a:ext cx="635798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 oscilloscope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42</a:t>
            </a:fld>
            <a:endParaRPr lang="fr-FR" dirty="0"/>
          </a:p>
        </p:txBody>
      </p:sp>
      <p:pic>
        <p:nvPicPr>
          <p:cNvPr id="8" name="Espace réservé du contenu 7" descr="RÃ©sultat de recherche d'images pour &quot;oscilloscop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214422"/>
            <a:ext cx="4320000" cy="2940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85720" y="5286388"/>
            <a:ext cx="778674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Un mesureur de champ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43</a:t>
            </a:fld>
            <a:endParaRPr lang="fr-FR" dirty="0"/>
          </a:p>
        </p:txBody>
      </p:sp>
      <p:pic>
        <p:nvPicPr>
          <p:cNvPr id="8" name="Espace réservé du contenu 7" descr="RÃ©sultat de recherche d'images pour &quot;mesureur de champ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000108"/>
            <a:ext cx="3600000" cy="3738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6380" y="1214422"/>
            <a:ext cx="290512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42844" y="5000636"/>
            <a:ext cx="850112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000" b="1" dirty="0"/>
              <a:t>Une pince ampèremétrique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44</a:t>
            </a:fld>
            <a:endParaRPr lang="fr-FR" dirty="0"/>
          </a:p>
        </p:txBody>
      </p:sp>
      <p:pic>
        <p:nvPicPr>
          <p:cNvPr id="8" name="Espace réservé du contenu 7" descr="RÃ©sultat de recherche d'images pour &quot;pince amperemetriqu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071546"/>
            <a:ext cx="2880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1643050"/>
            <a:ext cx="4320000" cy="2696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La caisse à outils :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000496" y="2928934"/>
            <a:ext cx="422910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/>
              <a:t>Fin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45</a:t>
            </a:fld>
            <a:endParaRPr lang="fr-F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233</TotalTime>
  <Words>444</Words>
  <Application>Microsoft Office PowerPoint</Application>
  <PresentationFormat>Affichage à l'écran (4:3)</PresentationFormat>
  <Paragraphs>144</Paragraphs>
  <Slides>45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1" baseType="lpstr">
      <vt:lpstr>Calibri</vt:lpstr>
      <vt:lpstr>Century Schoolbook</vt:lpstr>
      <vt:lpstr>Times New Roman</vt:lpstr>
      <vt:lpstr>Wingdings</vt:lpstr>
      <vt:lpstr>Wingdings 2</vt:lpstr>
      <vt:lpstr>Oriel</vt:lpstr>
      <vt:lpstr> 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</vt:vector>
  </TitlesOfParts>
  <Company>Région Occitanie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caisse à outils :</dc:title>
  <dc:creator>patrick.fontan</dc:creator>
  <cp:lastModifiedBy>yaya iss</cp:lastModifiedBy>
  <cp:revision>28</cp:revision>
  <dcterms:created xsi:type="dcterms:W3CDTF">2021-09-18T15:58:16Z</dcterms:created>
  <dcterms:modified xsi:type="dcterms:W3CDTF">2026-03-28T09:49:09Z</dcterms:modified>
</cp:coreProperties>
</file>